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d261b507e84e10" /><Relationship Type="http://schemas.openxmlformats.org/officeDocument/2006/relationships/extended-properties" Target="/docProps/app.xml" Id="R41415a4357d54328" /><Relationship Type="http://schemas.openxmlformats.org/officeDocument/2006/relationships/officeDocument" Target="/ppt/presentation.xml" Id="R60638fa479cb4b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f5587fb596458d"/>
  </p:sldMasterIdLst>
  <p:notesMasterIdLst>
    <p:notesMasterId xmlns:r="http://schemas.openxmlformats.org/officeDocument/2006/relationships" r:id="R6e2e807c03214d0a"/>
  </p:notesMasterIdLst>
  <p:sldIdLst>
    <p:sldId xmlns:r="http://schemas.openxmlformats.org/officeDocument/2006/relationships" id="256" r:id="R61a11d2473014a5f"/>
    <p:sldId xmlns:r="http://schemas.openxmlformats.org/officeDocument/2006/relationships" id="257" r:id="R8dbe226d089748f9"/>
    <p:sldId xmlns:r="http://schemas.openxmlformats.org/officeDocument/2006/relationships" id="258" r:id="R175300054d84461d"/>
    <p:sldId xmlns:r="http://schemas.openxmlformats.org/officeDocument/2006/relationships" id="259" r:id="R19aef67f2bec4098"/>
    <p:sldId xmlns:r="http://schemas.openxmlformats.org/officeDocument/2006/relationships" id="260" r:id="R91ca7497fdda4570"/>
    <p:sldId xmlns:r="http://schemas.openxmlformats.org/officeDocument/2006/relationships" id="261" r:id="Rdd7c17330cab4ae7"/>
    <p:sldId xmlns:r="http://schemas.openxmlformats.org/officeDocument/2006/relationships" id="262" r:id="R8a68a3191a2a47b8"/>
    <p:sldId xmlns:r="http://schemas.openxmlformats.org/officeDocument/2006/relationships" id="263" r:id="Rf69c050e63954f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6139194b114462" /><Relationship Type="http://schemas.openxmlformats.org/officeDocument/2006/relationships/slideMaster" Target="/ppt/slideMasters/slideMaster1.xml" Id="R83f5587fb596458d" /><Relationship Type="http://schemas.openxmlformats.org/officeDocument/2006/relationships/notesMaster" Target="/ppt/notesMasters/notesMaster1.xml" Id="R6e2e807c03214d0a" /><Relationship Type="http://schemas.openxmlformats.org/officeDocument/2006/relationships/presProps" Target="/ppt/presProps.xml" Id="R1310426f8fac4db9" /><Relationship Type="http://schemas.openxmlformats.org/officeDocument/2006/relationships/viewProps" Target="/ppt/viewProps.xml" Id="Ra68919eaf835421a" /><Relationship Type="http://schemas.openxmlformats.org/officeDocument/2006/relationships/tableStyles" Target="/ppt/tableStyles.xml" Id="R6d73f82f3a984fb3" /><Relationship Type="http://schemas.openxmlformats.org/officeDocument/2006/relationships/slide" Target="/ppt/slides/slide1.xml" Id="R61a11d2473014a5f" /><Relationship Type="http://schemas.openxmlformats.org/officeDocument/2006/relationships/slide" Target="/ppt/slides/slide2.xml" Id="R8dbe226d089748f9" /><Relationship Type="http://schemas.openxmlformats.org/officeDocument/2006/relationships/slide" Target="/ppt/slides/slide3.xml" Id="R175300054d84461d" /><Relationship Type="http://schemas.openxmlformats.org/officeDocument/2006/relationships/slide" Target="/ppt/slides/slide4.xml" Id="R19aef67f2bec4098" /><Relationship Type="http://schemas.openxmlformats.org/officeDocument/2006/relationships/slide" Target="/ppt/slides/slide5.xml" Id="R91ca7497fdda4570" /><Relationship Type="http://schemas.openxmlformats.org/officeDocument/2006/relationships/slide" Target="/ppt/slides/slide6.xml" Id="Rdd7c17330cab4ae7" /><Relationship Type="http://schemas.openxmlformats.org/officeDocument/2006/relationships/slide" Target="/ppt/slides/slide7.xml" Id="R8a68a3191a2a47b8" /><Relationship Type="http://schemas.openxmlformats.org/officeDocument/2006/relationships/slide" Target="/ppt/slides/slide8.xml" Id="Rf69c050e63954f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a63a1618e94b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58ca003c61473c" /><Relationship Type="http://schemas.openxmlformats.org/officeDocument/2006/relationships/notesMaster" Target="/ppt/notesMasters/notesMaster1.xml" Id="Rf27a3d9e526845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e98f3c5b7f4f0d" /><Relationship Type="http://schemas.openxmlformats.org/officeDocument/2006/relationships/notesMaster" Target="/ppt/notesMasters/notesMaster1.xml" Id="R3d6c4aa336d840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be2917665c4573" /><Relationship Type="http://schemas.openxmlformats.org/officeDocument/2006/relationships/notesMaster" Target="/ppt/notesMasters/notesMaster1.xml" Id="Rdecc38c941e343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e13875c21445b3" /><Relationship Type="http://schemas.openxmlformats.org/officeDocument/2006/relationships/notesMaster" Target="/ppt/notesMasters/notesMaster1.xml" Id="R56f6f8372a4442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46bc94b1424620" /><Relationship Type="http://schemas.openxmlformats.org/officeDocument/2006/relationships/notesMaster" Target="/ppt/notesMasters/notesMaster1.xml" Id="R01c072df92e148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b7d5bfd977477b" /><Relationship Type="http://schemas.openxmlformats.org/officeDocument/2006/relationships/notesMaster" Target="/ppt/notesMasters/notesMaster1.xml" Id="Ra7a88925747643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91fdb623804b7a" /><Relationship Type="http://schemas.openxmlformats.org/officeDocument/2006/relationships/notesMaster" Target="/ppt/notesMasters/notesMaster1.xml" Id="Ra713e6f61dfb40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96771f103a4bdf" /><Relationship Type="http://schemas.openxmlformats.org/officeDocument/2006/relationships/notesMaster" Target="/ppt/notesMasters/notesMaster1.xml" Id="Rbd6e9cbe02644d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872132181047fa" /><Relationship Type="http://schemas.openxmlformats.org/officeDocument/2006/relationships/image" Target="/ppt/media/image.png" Id="Rb8993215c1c741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92ca5c08f84478" /><Relationship Type="http://schemas.openxmlformats.org/officeDocument/2006/relationships/image" Target="/ppt/media/image2.png" Id="R616288b4f3b84cc5" /><Relationship Type="http://schemas.openxmlformats.org/officeDocument/2006/relationships/image" Target="/ppt/media/image3.png" Id="R1a5eba1eaac24c8c" /><Relationship Type="http://schemas.openxmlformats.org/officeDocument/2006/relationships/image" Target="/ppt/media/image4.png" Id="R3e5fbd0c3a1e4d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4c7c482e04d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c952b40d7644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0aa9c9b9df470b" /><Relationship Type="http://schemas.openxmlformats.org/officeDocument/2006/relationships/image" Target="/ppt/media/image5.png" Id="Rb875f64b794c404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1dd82e3d054fbd" /><Relationship Type="http://schemas.openxmlformats.org/officeDocument/2006/relationships/image" Target="/ppt/media/image6.png" Id="R55ee1249c7724c5b" /><Relationship Type="http://schemas.openxmlformats.org/officeDocument/2006/relationships/image" Target="/ppt/media/image5.png" Id="Raad3acf9dc044ac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d164e3378447b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665e555d634c6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49ff28b0774b6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9934d85d7c434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cb555826bf41e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4cdb3bf53d420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10dd2c3f0c4538" /></Relationships>
</file>

<file path=ppt/slideLayouts/slideLayout1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839CF24-3B86-4138-8555-72A3E003FE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93215c1c741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710" y="304165"/>
            <a:ext cx="3564890" cy="1234440"/>
          </a:xfrm>
          <a:prstGeom xmlns:a="http://schemas.openxmlformats.org/drawingml/2006/main" prst="rect">
            <a:avLst/>
          </a:prstGeom>
        </p:spPr>
      </p:pic>
      <p:sp>
        <p:nvSpPr>
          <p:cNvPr id="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D2AC317F-C50D-49F3-A261-EA6D3E7B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635" y="6367145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80C91EBC-5130-4E70-98E8-35A8283A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4445" y="6685280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2.xml><?xml version="1.0" encoding="utf-8"?>
<p:sldLayout xmlns:p="http://schemas.openxmlformats.org/presentationml/2006/main" type="titleOnly">
  <p:cSld name="FM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图片 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16288b4f3b84cc5">
            <a:alphaModFix amt="20000"/>
          </a:blip>
          <a:srcRect xmlns:a="http://schemas.openxmlformats.org/drawingml/2006/main" l="0" t="0" r="0" b="132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6126" y="0"/>
            <a:ext cx="4151671" cy="5794408"/>
          </a:xfrm>
          <a:prstGeom xmlns:a="http://schemas.openxmlformats.org/drawingml/2006/main" prst="rect">
            <a:avLst/>
          </a:prstGeom>
        </p:spPr>
      </p:pic>
      <p:sp>
        <p:nvSpPr>
          <p:cNvPr id="10" name="文本框 3">
            <a:extLst xmlns:a="http://schemas.openxmlformats.org/drawingml/2006/main">
              <a:ext uri="{FF2B5EF4-FFF2-40B4-BE49-F238E27FC236}">
                <a16:creationId xmlns:a16="http://schemas.microsoft.com/office/drawing/2014/main" id="{7C2E739E-937E-4A36-8940-1CB59F34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BC0CDFD5-C3DE-4A30-8F0E-30CD6C94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pic>
        <p:nvPicPr>
          <p:cNvPr id="18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eba1eaac24c8c">
            <a:alphaModFix amt="21000"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261146"/>
            <a:ext cx="2999678" cy="4133416"/>
          </a:xfrm>
          <a:prstGeom xmlns:a="http://schemas.openxmlformats.org/drawingml/2006/main" prst="rect">
            <a:avLst/>
          </a:prstGeom>
        </p:spPr>
      </p:pic>
      <p:pic>
        <p:nvPicPr>
          <p:cNvPr id="19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5fbd0c3a1e4d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273" y="0"/>
            <a:ext cx="3483086" cy="130615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showMasterSp="0" type="title">
  <p:cSld name="1_标题幻灯片">
    <p:bg>
      <p:bgPr>
        <a:solidFill xmlns:a="http://schemas.openxmlformats.org/drawingml/2006/main">
          <a:schemeClr val="bg1">
            <a:alpha val="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7508AAB-4B6C-4C71-BCCF-D2DC1570F0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45008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>
  <p:cSld name="标题和内容">
    <p:bg>
      <p:bgPr>
        <a:solidFill xmlns:a="http://schemas.openxmlformats.org/drawingml/2006/main">
          <a:srgbClr val="08A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EC276DF-BE13-4F3B-967C-848A8DCB5D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7244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节标题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4B6C2D0-256A-4E90-A382-7C79B774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D10DB912-6196-4A20-8695-812D4A43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D6296E4-36A2-4035-BE23-77990ECE16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7244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8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F4BAA56F-0223-4C70-A3BD-57D4B1E9A57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215067" y="171415"/>
            <a:ext cx="5966068" cy="4461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800" b="1" kern="1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单击此处编辑母版文本</a:t>
            </a:r>
            <a:endParaRPr/>
          </a:p>
        </p:txBody>
      </p:sp>
      <p:pic>
        <p:nvPicPr>
          <p:cNvPr id="3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5f64b794c40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25" y="0"/>
            <a:ext cx="2350420" cy="881407"/>
          </a:xfrm>
          <a:prstGeom xmlns:a="http://schemas.openxmlformats.org/drawingml/2006/main" prst="rect">
            <a:avLst/>
          </a:prstGeom>
        </p:spPr>
      </p:pic>
      <p:sp>
        <p:nvSpPr>
          <p:cNvPr id="30" name="矩形 3">
            <a:extLst xmlns:a="http://schemas.openxmlformats.org/drawingml/2006/main">
              <a:ext uri="{FF2B5EF4-FFF2-40B4-BE49-F238E27FC236}">
                <a16:creationId xmlns:a16="http://schemas.microsoft.com/office/drawing/2014/main" id="{95F63E3E-E489-4D0C-87AB-DF659F8C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1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F6">
              <a:alpha val="1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Obj">
  <p:cSld name="两栏内容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AA93CCA-996F-4CF0-9A24-A025AD8987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pic>
        <p:nvPicPr>
          <p:cNvPr id="40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5ee1249c7724c5b">
            <a:alphaModFix amt="35000"/>
            <a:biLevel thresh="25000"/>
          </a:blip>
          <a:srcRect xmlns:a="http://schemas.openxmlformats.org/drawingml/2006/main" l="0" t="32381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2780" y="1381934"/>
            <a:ext cx="3830533" cy="4165580"/>
          </a:xfrm>
          <a:prstGeom xmlns:a="http://schemas.openxmlformats.org/drawingml/2006/main" prst="rect">
            <a:avLst/>
          </a:prstGeom>
        </p:spPr>
      </p:pic>
      <p:sp>
        <p:nvSpPr>
          <p:cNvPr id="35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22615F5-1874-476E-A493-3C36DB51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23D48B17-EAB0-4DC1-AD98-B89926C0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pic>
        <p:nvPicPr>
          <p:cNvPr id="43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3acf9dc044a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478" y="0"/>
            <a:ext cx="2350420" cy="88140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twoTxTwoObj">
  <p:cSld name="比较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F5EB2BE-91C8-4C9E-BE6B-C86DCBEE6E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1" name="文本框 2">
            <a:extLst xmlns:a="http://schemas.openxmlformats.org/drawingml/2006/main">
              <a:ext uri="{FF2B5EF4-FFF2-40B4-BE49-F238E27FC236}">
                <a16:creationId xmlns:a16="http://schemas.microsoft.com/office/drawing/2014/main" id="{4C6C6D47-FA6D-49B0-A328-A5379E31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86103822-2A57-4248-A2E4-29BF529B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矩形 9">
            <a:extLst xmlns:a="http://schemas.openxmlformats.org/drawingml/2006/main">
              <a:ext uri="{FF2B5EF4-FFF2-40B4-BE49-F238E27FC236}">
                <a16:creationId xmlns:a16="http://schemas.microsoft.com/office/drawing/2014/main" id="{790BD883-9073-4B5A-84AC-BB8DB72B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" y="1199515"/>
            <a:ext cx="1210588" cy="7078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cap="none" spc="0">
                <a:ln>
                  <a:noFill/>
                </a:ln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4000" b="1" i="0" u="none" kern="1200" cap="none" spc="0" baseline="0">
              <a:ln>
                <a:noFill/>
              </a:ln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E64AC5A-0ED2-44DD-9072-3F6E71F6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" y="576640"/>
            <a:ext cx="412495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sz="32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 sz="3200" b="1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titleOnly">
  <p:cSld name="仅标题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0BB5D55-DBE5-463D-8503-2F30D0906C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8" name="文本框 6">
            <a:extLst xmlns:a="http://schemas.openxmlformats.org/drawingml/2006/main">
              <a:ext uri="{FF2B5EF4-FFF2-40B4-BE49-F238E27FC236}">
                <a16:creationId xmlns:a16="http://schemas.microsoft.com/office/drawing/2014/main" id="{F6808532-F0A7-46CE-87F4-4CD07FDB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635" y="6367145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BDAA3F90-7D58-4306-B186-DA902368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4445" y="6685280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9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2AA63E9-6C33-48CB-BB41-09035DF7F0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B693B13-BD35-45CE-8A1C-D43A830E15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6DD0E76-7EE5-4936-8669-1B4C32C2C1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E2B2D9F-F6AC-464D-AD8F-DCB715A614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92f15b6ed747c7" /><Relationship Type="http://schemas.openxmlformats.org/officeDocument/2006/relationships/slideLayout" Target="/ppt/slideLayouts/slideLayout1.xml" Id="R66663e53b0dd4a06" /><Relationship Type="http://schemas.openxmlformats.org/officeDocument/2006/relationships/slideLayout" Target="/ppt/slideLayouts/slideLayout2.xml" Id="R371d9cfcf79343c1" /><Relationship Type="http://schemas.openxmlformats.org/officeDocument/2006/relationships/slideLayout" Target="/ppt/slideLayouts/slideLayout3.xml" Id="Rc0c4c88f1269459c" /><Relationship Type="http://schemas.openxmlformats.org/officeDocument/2006/relationships/slideLayout" Target="/ppt/slideLayouts/slideLayout4.xml" Id="Rd76a8ced5e8d4a37" /><Relationship Type="http://schemas.openxmlformats.org/officeDocument/2006/relationships/slideLayout" Target="/ppt/slideLayouts/slideLayout5.xml" Id="Rd8c87fb5d16845e3" /><Relationship Type="http://schemas.openxmlformats.org/officeDocument/2006/relationships/slideLayout" Target="/ppt/slideLayouts/slideLayout6.xml" Id="R85819acb5c094b2a" /><Relationship Type="http://schemas.openxmlformats.org/officeDocument/2006/relationships/slideLayout" Target="/ppt/slideLayouts/slideLayout7.xml" Id="R710f75cd90ed4994" /><Relationship Type="http://schemas.openxmlformats.org/officeDocument/2006/relationships/slideLayout" Target="/ppt/slideLayouts/slideLayout8.xml" Id="Rf3e11ad310994fc1" /><Relationship Type="http://schemas.openxmlformats.org/officeDocument/2006/relationships/slideLayout" Target="/ppt/slideLayouts/slideLayout9.xml" Id="Rd4768b05ba1a483e" /><Relationship Type="http://schemas.openxmlformats.org/officeDocument/2006/relationships/slideLayout" Target="/ppt/slideLayouts/slideLayout10.xml" Id="R6d039549d212425e" /><Relationship Type="http://schemas.openxmlformats.org/officeDocument/2006/relationships/slideLayout" Target="/ppt/slideLayouts/slideLayout11.xml" Id="Rf23393f817a64bae" /><Relationship Type="http://schemas.openxmlformats.org/officeDocument/2006/relationships/slideLayout" Target="/ppt/slideLayouts/slideLayout12.xml" Id="R91aad37c94a7426d" /><Relationship Type="http://schemas.openxmlformats.org/officeDocument/2006/relationships/slideLayout" Target="/ppt/slideLayouts/slideLayout13.xml" Id="Re1ae0af185904be3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rgbClr val="00A6F9"/>
            </a:gs>
            <a:gs pos="100000">
              <a:srgbClr val="81BD0A"/>
            </a:gs>
          </a:gsLst>
          <a:lin ang="0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D2934A1-8B6B-4C65-8270-5224582C336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7244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bg1"/>
                </a:solidFill>
                <a:latin typeface="Source Han Sans CN Normal"/>
                <a:ea typeface="Source Han Sans CN Normal"/>
                <a:cs typeface="Source Han Sans CN Normal"/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663e53b0dd4a06"/>
    <p:sldLayoutId xmlns:r="http://schemas.openxmlformats.org/officeDocument/2006/relationships" id="2147483650" r:id="R371d9cfcf79343c1"/>
    <p:sldLayoutId xmlns:r="http://schemas.openxmlformats.org/officeDocument/2006/relationships" id="2147483651" r:id="Rc0c4c88f1269459c"/>
    <p:sldLayoutId xmlns:r="http://schemas.openxmlformats.org/officeDocument/2006/relationships" id="2147483652" r:id="Rd76a8ced5e8d4a37"/>
    <p:sldLayoutId xmlns:r="http://schemas.openxmlformats.org/officeDocument/2006/relationships" id="2147483653" r:id="Rd8c87fb5d16845e3"/>
    <p:sldLayoutId xmlns:r="http://schemas.openxmlformats.org/officeDocument/2006/relationships" id="2147483654" r:id="R85819acb5c094b2a"/>
    <p:sldLayoutId xmlns:r="http://schemas.openxmlformats.org/officeDocument/2006/relationships" id="2147483655" r:id="R710f75cd90ed4994"/>
    <p:sldLayoutId xmlns:r="http://schemas.openxmlformats.org/officeDocument/2006/relationships" id="2147483656" r:id="Rf3e11ad310994fc1"/>
    <p:sldLayoutId xmlns:r="http://schemas.openxmlformats.org/officeDocument/2006/relationships" id="2147483657" r:id="Rd4768b05ba1a483e"/>
    <p:sldLayoutId xmlns:r="http://schemas.openxmlformats.org/officeDocument/2006/relationships" id="2147483658" r:id="R6d039549d212425e"/>
    <p:sldLayoutId xmlns:r="http://schemas.openxmlformats.org/officeDocument/2006/relationships" id="2147483659" r:id="Rf23393f817a64bae"/>
    <p:sldLayoutId xmlns:r="http://schemas.openxmlformats.org/officeDocument/2006/relationships" id="2147483660" r:id="R91aad37c94a7426d"/>
    <p:sldLayoutId xmlns:r="http://schemas.openxmlformats.org/officeDocument/2006/relationships" id="2147483661" r:id="Re1ae0af185904be3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da875c21f54fd8" /><Relationship Type="http://schemas.openxmlformats.org/officeDocument/2006/relationships/notesSlide" Target="/ppt/notesSlides/notesSlide1.xml" Id="R615bdd6aaa8e49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321c759e9d46ee" /><Relationship Type="http://schemas.openxmlformats.org/officeDocument/2006/relationships/notesSlide" Target="/ppt/notesSlides/notesSlide2.xml" Id="R7376ae26355c4a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75d4a9520b74acc" /><Relationship Type="http://schemas.openxmlformats.org/officeDocument/2006/relationships/notesSlide" Target="/ppt/notesSlides/notesSlide3.xml" Id="R618ccb421e2b4a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2cb13f3c1d249e6" /><Relationship Type="http://schemas.openxmlformats.org/officeDocument/2006/relationships/image" Target="/ppt/media/image7.png" Id="Rdf138e2612c0495c" /><Relationship Type="http://schemas.openxmlformats.org/officeDocument/2006/relationships/image" Target="/ppt/media/image8.png" Id="Ra56b7e5b391f47a5" /><Relationship Type="http://schemas.openxmlformats.org/officeDocument/2006/relationships/notesSlide" Target="/ppt/notesSlides/notesSlide4.xml" Id="R95192177e4ee48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0d1cc19b1d947ae" /><Relationship Type="http://schemas.openxmlformats.org/officeDocument/2006/relationships/notesSlide" Target="/ppt/notesSlides/notesSlide5.xml" Id="R96d7044d737d41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4af0e41e4e44956" /><Relationship Type="http://schemas.openxmlformats.org/officeDocument/2006/relationships/notesSlide" Target="/ppt/notesSlides/notesSlide6.xml" Id="Ra0e37d77d1ac47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047b26be6184723" /><Relationship Type="http://schemas.openxmlformats.org/officeDocument/2006/relationships/notesSlide" Target="/ppt/notesSlides/notesSlide7.xml" Id="R67f20055863743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0bd3e5a04c7484e" /><Relationship Type="http://schemas.openxmlformats.org/officeDocument/2006/relationships/notesSlide" Target="/ppt/notesSlides/notesSlide8.xml" Id="Rb2bae030d95c4d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4">
            <a:extLst xmlns:a="http://schemas.openxmlformats.org/drawingml/2006/main">
              <a:ext uri="{FF2B5EF4-FFF2-40B4-BE49-F238E27FC236}">
                <a16:creationId xmlns:a16="http://schemas.microsoft.com/office/drawing/2014/main" id="{82CF2468-C15B-49D3-BDD7-1DA2C674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888" y="5226665"/>
            <a:ext cx="5356225" cy="7308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（常新队-易荛）</a:t>
            </a:r>
            <a:endParaRPr sz="16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（2026年8月）</a:t>
            </a:r>
            <a:endParaRPr sz="14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6">
            <a:extLst xmlns:a="http://schemas.openxmlformats.org/drawingml/2006/main">
              <a:ext uri="{FF2B5EF4-FFF2-40B4-BE49-F238E27FC236}">
                <a16:creationId xmlns:a16="http://schemas.microsoft.com/office/drawing/2014/main" id="{9F9C0925-A44A-4972-84CB-B86F70A5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747" y="1852426"/>
            <a:ext cx="8374507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sz="4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月度激励</a:t>
            </a:r>
            <a:r>
              <a:rPr sz="4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sz="4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星光应用申报</a:t>
            </a:r>
            <a:endParaRPr sz="4800" b="1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EAD0085C-F868-4F87-A1A7-494A27F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175" y="2868089"/>
            <a:ext cx="572765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sz="2800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敲敲木鱼</a:t>
            </a:r>
            <a:endParaRPr sz="280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129217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B638A229-4394-4F37-AE00-DE14B599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964" y="2138212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43874BBC-D239-42FD-9244-86991302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244" y="3076107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应用核心功能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4FF646D0-3C58-41E9-9241-CDE646A0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344" y="3063407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E5142930-96D0-46C0-A6AA-73D50DF1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244" y="4001302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创新性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E552D4FA-66D6-4AD8-AE4C-F133F423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344" y="3988602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E6E8A8DC-E654-4C25-9AD8-AC0655B5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944" y="2138212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创作简介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EB91FBF-9205-4C94-915F-12366CD34F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A41DB0F5-79CF-4821-A51D-7CDAC2D6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944" y="4913797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ln>
                  <a:noFill/>
                </a:ln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商业价值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970B8C14-1BCA-489A-8175-7E4B85C0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44" y="4901097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619504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7C6AAF38-92C8-4172-ABEA-1791C623A8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A76C52A-3DFC-444F-ACB2-16F390241E5D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95815" y="200290"/>
            <a:ext cx="5966068" cy="44613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创作简介</a:t>
            </a:r>
            <a:endParaRPr sz="28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9DDA55A-91DE-425E-BEB5-4A05938C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9660"/>
            <a:ext cx="3012440" cy="506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为什么做这款</a:t>
            </a:r>
            <a:r>
              <a:rPr sz="1600">
                <a:latin typeface="微软雅黑"/>
                <a:ea typeface="微软雅黑"/>
                <a:cs typeface="微软雅黑"/>
              </a:rPr>
              <a:t>APP</a:t>
            </a:r>
            <a:r>
              <a:rPr sz="1600">
                <a:latin typeface="微软雅黑"/>
                <a:ea typeface="微软雅黑"/>
                <a:cs typeface="微软雅黑"/>
              </a:rPr>
              <a:t>（</a:t>
            </a:r>
            <a:r>
              <a:rPr sz="1600">
                <a:latin typeface="微软雅黑"/>
                <a:ea typeface="微软雅黑"/>
                <a:cs typeface="微软雅黑"/>
              </a:rPr>
              <a:t>100</a:t>
            </a:r>
            <a:r>
              <a:rPr sz="1600">
                <a:latin typeface="微软雅黑"/>
                <a:ea typeface="微软雅黑"/>
                <a:cs typeface="微软雅黑"/>
              </a:rPr>
              <a:t>字左右）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文本框 4">
            <a:extLst xmlns:a="http://schemas.openxmlformats.org/drawingml/2006/main">
              <a:ext uri="{FF2B5EF4-FFF2-40B4-BE49-F238E27FC236}">
                <a16:creationId xmlns:a16="http://schemas.microsoft.com/office/drawing/2014/main" id="{F58ACD9E-38D2-460F-B4B8-8C46849A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16" y="4569388"/>
            <a:ext cx="3012141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应用一句话亮点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文本框 4">
            <a:extLst xmlns:a="http://schemas.openxmlformats.org/drawingml/2006/main">
              <a:ext uri="{FF2B5EF4-FFF2-40B4-BE49-F238E27FC236}">
                <a16:creationId xmlns:a16="http://schemas.microsoft.com/office/drawing/2014/main" id="{15605ED5-C357-4659-824E-902B1DA2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16" y="950500"/>
            <a:ext cx="8516472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团队简介：队长姓名、团队成员姓名、学校、专业、指导老师、联络人手机号、微信号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FF71741-27BF-44B4-B211-60DA4587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3545"/>
            <a:ext cx="1060704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快节奏生活下，年轻人常用“电子木鱼”进行短时放松，但同类产品容易被广告、登录和付费提示打断。我们做了一款全离线的木鱼应用：自由、目标、自动三种模式配合音效、振动、动画和本地统计，让敲击成为安静、可持续的正念减压体验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96F3D5D-D9E8-4F6F-B57B-E2987305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7488"/>
            <a:ext cx="10607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「 无广告、不联网的纯净电子木鱼，敲击即静心，功德有数可统计。 」</a:t>
            </a:r>
            <a:endParaRPr sz="17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文本框 0">
            <a:extLst xmlns:a="http://schemas.openxmlformats.org/drawingml/2006/main">
              <a:ext uri="{FF2B5EF4-FFF2-40B4-BE49-F238E27FC236}">
                <a16:creationId xmlns:a16="http://schemas.microsoft.com/office/drawing/2014/main" id="{D4427BBC-FA58-4AF3-9B22-F47AEC4A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5" y="1383665"/>
            <a:ext cx="9604375" cy="10153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t>队长：易荛    团队成员：易荛    学校：湘潭理工学院    专业：信息与计算科学</a:t>
            </a:r>
            <a:endParaRPr/>
          </a:p>
          <a:p xmlns:a="http://schemas.openxmlformats.org/drawingml/2006/main">
            <a:r>
              <a:t>指导老师：徐畅    联络人手机号：13367425801    微信号：yy562389451278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262012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BE6029BD-6B35-4BD4-8A96-0C496EC567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6E99367-AA02-4F47-BC2A-84959D95A1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95815" y="200290"/>
            <a:ext cx="5966068" cy="44613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应用核心功能</a:t>
            </a:r>
            <a:endParaRPr sz="28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AF028F51-CDF6-4308-B189-CF44116D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差异化功能，图文并茂（每点</a:t>
            </a:r>
            <a:r>
              <a:rPr sz="1600">
                <a:latin typeface="微软雅黑"/>
                <a:ea typeface="微软雅黑"/>
                <a:cs typeface="微软雅黑"/>
              </a:rPr>
              <a:t>50</a:t>
            </a:r>
            <a:r>
              <a:rPr sz="1600">
                <a:latin typeface="微软雅黑"/>
                <a:ea typeface="微软雅黑"/>
                <a:cs typeface="微软雅黑"/>
              </a:rPr>
              <a:t>字以内）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801CBC0-7024-46FB-A17E-284104B9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691640"/>
            <a:ext cx="722376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1. 三种敲击模式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自由、目标、自动互斥；目标 108 次完成反馈，自动支持间隔暂停。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2. 多层敲击反馈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木槌、木鱼、波纹、浮字、音效和振动同步反馈。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3. 四维本地统计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日/周/月/年统计累计、连续天数和最佳记录。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4. 三音色与三主题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三种音色支持试听，跟随系统/浅色/深色主题切换。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B2EA01AF-7AE1-4C28-9B5C-6D7C709F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199765"/>
            <a:ext cx="3429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200" b="0">
              <a:solidFill>
                <a:srgbClr val="A6A6A6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4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38e2612c049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41540" y="826770"/>
            <a:ext cx="2409190" cy="5399405"/>
          </a:xfrm>
          <a:prstGeom xmlns:a="http://schemas.openxmlformats.org/drawingml/2006/main" prst="rect">
            <a:avLst/>
          </a:prstGeom>
        </p:spPr>
      </p:pic>
      <p:pic>
        <p:nvPicPr>
          <p:cNvPr id="3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b7e5b391f47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16770" y="826135"/>
            <a:ext cx="2408555" cy="54000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7536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BE22392F-0864-46FF-9502-D3DC0CE2B6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9DFBAC2-DE54-4078-BCE1-8EBEF0F08EE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创新性</a:t>
            </a:r>
            <a:endParaRPr/>
          </a:p>
        </p:txBody>
      </p:sp>
      <p:sp>
        <p:nvSpPr>
          <p:cNvPr id="28" name="文本框 3">
            <a:extLst xmlns:a="http://schemas.openxmlformats.org/drawingml/2006/main">
              <a:ext uri="{FF2B5EF4-FFF2-40B4-BE49-F238E27FC236}">
                <a16:creationId xmlns:a16="http://schemas.microsoft.com/office/drawing/2014/main" id="{E6DDF5CA-CEE9-4ACF-8DF9-B63EA494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体验的创新与提升（每点</a:t>
            </a:r>
            <a:r>
              <a:rPr sz="1600">
                <a:latin typeface="微软雅黑"/>
                <a:ea typeface="微软雅黑"/>
                <a:cs typeface="微软雅黑"/>
              </a:rPr>
              <a:t>50</a:t>
            </a:r>
            <a:r>
              <a:rPr sz="1600">
                <a:latin typeface="微软雅黑"/>
                <a:ea typeface="微软雅黑"/>
                <a:cs typeface="微软雅黑"/>
              </a:rPr>
              <a:t>字左右）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文本框 4">
            <a:extLst xmlns:a="http://schemas.openxmlformats.org/drawingml/2006/main">
              <a:ext uri="{FF2B5EF4-FFF2-40B4-BE49-F238E27FC236}">
                <a16:creationId xmlns:a16="http://schemas.microsoft.com/office/drawing/2014/main" id="{D8B1B7AE-E66D-4721-8D99-C53FC10E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3923929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接入的鸿蒙特性（每点</a:t>
            </a:r>
            <a:r>
              <a:rPr sz="1600">
                <a:latin typeface="微软雅黑"/>
                <a:ea typeface="微软雅黑"/>
                <a:cs typeface="微软雅黑"/>
              </a:rPr>
              <a:t>50</a:t>
            </a:r>
            <a:r>
              <a:rPr sz="1600">
                <a:latin typeface="微软雅黑"/>
                <a:ea typeface="微软雅黑"/>
                <a:cs typeface="微软雅黑"/>
              </a:rPr>
              <a:t>字左右）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792DDAA-3A11-4599-B85A-3E67383C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572768"/>
            <a:ext cx="10972800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1. 纯净零打扰：无网络、无广告、无登录，打开即敲，统计与设置留在本机。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2. 仪式感 session：目标模式提供明确起止与完成反馈，自动模式适合短时冥想和背景敲击。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3. 坚持可视化：日/周/月/年四套统计把零散敲击沉淀为可回看的习惯记录。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537EECC8-B496-4FC5-8C6D-B40AFC53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389120"/>
            <a:ext cx="10972800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1. 原生开发：HarmonyOS ArkTS/ArkUI + Stage 模型，API 24 基线。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2. 一多适配：Compact/Medium/Expanded 三档响应式布局，覆盖手机、平板与 2in1。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3. 系统能力：Preferences 持久化本地设置与统计，MediaKit 音效、vibrator 触觉反馈，后台自动收束定时任务。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128354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DA947409-8971-4BEE-AB04-C8BD5F1747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77099FF-0136-4F09-9114-BBABE418A28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商业价值</a:t>
            </a:r>
            <a:endParaRPr/>
          </a:p>
        </p:txBody>
      </p:sp>
      <p:sp>
        <p:nvSpPr>
          <p:cNvPr id="33" name="文本框 3">
            <a:extLst xmlns:a="http://schemas.openxmlformats.org/drawingml/2006/main">
              <a:ext uri="{FF2B5EF4-FFF2-40B4-BE49-F238E27FC236}">
                <a16:creationId xmlns:a16="http://schemas.microsoft.com/office/drawing/2014/main" id="{FA0DCC19-F667-4D48-8005-B664E988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用户范围、用户反馈、商业潜力等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2CAAC8E6-ED1E-4AA1-843C-C85BC6C8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600200"/>
            <a:ext cx="1097280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用户范围：需要短时放松、冥想或专注的学生、职场人和传统文化兴趣用户。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F9D843E-FF05-4087-A7CA-C64AC759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880360"/>
            <a:ext cx="10972800" cy="391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用户反馈：无广告、无需登录、打开即用；多模式和统计功能比单一敲击工具更适合形成连续使用习惯。</a:t>
            </a:r>
            <a:endParaRPr sz="1400">
              <a:solidFill>
                <a:srgbClr val="A6A6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9788A0C4-F0B6-49E2-8624-2E88CB07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60520"/>
            <a:ext cx="1097280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商业潜力：可拓展音效包、木鱼主题、桌面小组件和专注场景内容等增值服务，保持核心体验轻量纯净。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824473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4DBF49A7-184A-4B62-ABBD-54A3076027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34D63ED-AB84-4061-BEE4-AD1D495BE750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月度应用之星申报</a:t>
            </a:r>
            <a:endParaRPr/>
          </a:p>
        </p:txBody>
      </p:sp>
      <p:sp>
        <p:nvSpPr>
          <p:cNvPr id="37" name="文本框 3">
            <a:extLst xmlns:a="http://schemas.openxmlformats.org/drawingml/2006/main">
              <a:ext uri="{FF2B5EF4-FFF2-40B4-BE49-F238E27FC236}">
                <a16:creationId xmlns:a16="http://schemas.microsoft.com/office/drawing/2014/main" id="{80E1CFFA-B066-4E3F-A40F-6AF482DC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8979784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如果团队中有人需要申报月度应用之星，请在此页说明此人所做的贡献。若无需申报，可忽略此页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0">
            <a:extLst xmlns:a="http://schemas.openxmlformats.org/drawingml/2006/main">
              <a:ext uri="{FF2B5EF4-FFF2-40B4-BE49-F238E27FC236}">
                <a16:creationId xmlns:a16="http://schemas.microsoft.com/office/drawing/2014/main" id="{DFF6675D-7880-4656-8B68-3693E739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70" y="1769110"/>
            <a:ext cx="9308465" cy="21450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t>贡献：队长易荛独立完成了产品选题、需求梳理、功能文档、交互与视觉设计，并参与 ArkUI/ArkTS 实现、测试、上架材料准备和后续迭代，覆盖从构想到发布的完整流程。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616938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A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532D8B89-5151-4524-91ED-B65BA869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237" y="1942121"/>
            <a:ext cx="5077527" cy="11079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6600" b="1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  谢</a:t>
            </a:r>
            <a:endParaRPr sz="6600" b="1" i="0" u="none" kern="1200" cap="none" spc="0" baseline="0">
              <a:ln>
                <a:noFill/>
              </a:ln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18C920E1-D208-41AC-B107-02BD584A27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537777709"/>
      </p:ext>
    </p:extLst>
  </p:cSld>
</p:sld>
</file>

<file path=ppt/theme/theme1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2026-08-20T10:56:54.7650000Z</dcterms:created>
  <dcterms:modified xsi:type="dcterms:W3CDTF">2026-08-20T10:56:54.7650000Z</dcterms:modified>
</coreProperties>
</file>